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DenunciaBot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Chatbot institucional de denuncias ciudadanas de corrupción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9A227"/>
                </a:solidFill>
                <a:latin typeface="Calibri"/>
              </a:rPr>
              <a:t>Secretaría General de Integridad Pública del Ecuador
Convenio interinstitucional con SERCOP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Quito · Mayo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¿Qué es DenunciaBot?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Un canal conversacional por WhatsApp para que el ciudadano presente denuncias de corrupción de manera estructurada, confidencial y trazable.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820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Confidencial — el número telefónico nunca se almacena en claro.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Estructurado — guiado por una secuencia fija de 8 preguntas.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Determinista — sin inteligencia artificial generativa; respuestas controladas y trazables.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Trazable — cada denuncia recibe un código único de seguimiento.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91440" cy="10972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11185855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i="1">
                <a:solidFill>
                  <a:srgbClr val="333333"/>
                </a:solidFill>
                <a:latin typeface="Calibri"/>
              </a:rPr>
              <a:t>El ciudadano abre WhatsApp, escribe al número institucional, y en menos de 5 minutos su denuncia queda registrada y notificada al equipo de la Secretaría.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Principios no negociables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Principio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Garantía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Sin IA generativa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Flujo 100% determinista, auditable, sin alucinaciones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Cifrado de campos sensibles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Institución, descripción y nombres se cifran antes de guardarse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Teléfono nunca en claro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Solo se almacena un hash irreversible con sal secreta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Bitácora inmutable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Ningún cambio en el registro puede borrarse — garantía legal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Validación de origen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Cada mensaje entrante se verifica criptográficamente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Escaneo antivirus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Las evidencias adjuntas se inspeccionan antes de almacenarse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Recorrido del ciudadano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1.  Saludo y aceptación de condiciones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2.  Pregunta 1 — Institución denunciada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3.  Pregunta 2 — Descripción de los hechos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4.  Pregunta 3 — Fecha aproximada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5.  Pregunta 4 — Personas involucradas (opcional)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6.  Pregunta 5 — Perjuicio económico (opcional)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7.  Pregunta 6 — Denuncia previa en otra entidad (opcional)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8.  Pregunta 7 — Evidencias (PDF/JPG/PNG, opcional)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9.  Pregunta 8 — Resumen y confirmación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10. Código de seguimiento entregado al ciudadano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onsolas"/>
              </a:rPr>
              <a:t>11. Notificación por correo al equipo de la Secretaría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Inicio: bienvenida y aceptación de condiciones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91440" cy="4114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185855" cy="4114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8200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Bienvenido al sistema institucional de denuncias de corrupción.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Este canal pertenece a la Secretaría General de Integridad Pública del Ecuador. A través de este chat usted podrá registrar de forma confidencial una denuncia ciudadana sobre presuntos hechos de corrupción en el sector público.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•  Su número de teléfono no se almacena en claro.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•  Su denuncia es confidencial y se cifra antes de almacenarse.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•  Al finalizar recibirá un código de seguimiento único.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•  Puede escribir cancelar en cualquier momento.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•  Si no responde durante 5 minutos la sesión se cierra.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77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Consentimiento explícito: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577840"/>
            <a:ext cx="8534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¿Acepta continuar?   [ Sí ]   [ No 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Pregunta 1: Institución denunciada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El bot envía al ciudadano: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3931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185855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Paso 1 de 8. Indique el nombre de la institución, dependencia o entidad pública sobre la cual presenta la denuncia.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Ejemplos: "Ministerio de Salud Pública", "GAD Municipal de Quito", "Hospital del Seguro Social en Guayaquil".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Validación: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577840"/>
            <a:ext cx="100885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Entre 3 y 200 caracteres. Se cifra antes de almacenarse.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Pregunta 2: Descripción de los hechos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El bot envía al ciudadano: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3931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185855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Paso 2 de 8. Describa de manera detallada los hechos que desea denunciar. Incluya, si los conoce: lugar, modalidad del presunto acto, montos involucrados, fechas relevantes y todo dato que considere útil para la investigación.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Mínimo 30 caracteres, máximo 2000.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Validación: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577840"/>
            <a:ext cx="100885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Entre 30 y 2000 caracteres. Se cifra antes de almacenarse.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Pregunta 3: Fecha aproximada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El bot envía al ciudadano: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3931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185855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Paso 3 de 8. Indique la fecha aproximada en que ocurrieron los hechos.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Formatos válidos: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•  Día/mes/año (ej. 15/03/2025)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•  Mes/año (ej. 03/2025)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•  Solo año (ej. 2025)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•  La frase "no recuerdo"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Validación: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577840"/>
            <a:ext cx="100885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Fecha plausible (no futura, no anterior a 1990) o "no recuerdo".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Pregunta 4: Personas involucradas  (opcional)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El bot envía al ciudadano: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3931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185855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Paso 4 de 8. Si conoce a las personas presuntamente involucradas, indique nombres, cargos o cualquier referencia que pueda ayudar.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Si no las conoce, escriba "no conozco" o "prefiero no decir".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Validación: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577840"/>
            <a:ext cx="100885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Texto libre o frase de exclusión. Si hay datos, se cifran.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Pregunta 5: Perjuicio económico  (opcional)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El bot envía al ciudadano: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3931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185855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Paso 5 de 8. Si conoce el monto aproximado del perjuicio económico, indíquelo (en dólares).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Puede escribir un número, un rango ("entre 5000 y 10000") o "no aplica" / "no sé".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Validación: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577840"/>
            <a:ext cx="100885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Número, rango o frase de exclusión.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Pregunta 6: Denuncia previa en otra entidad  (opcional)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El bot envía al ciudadano: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3931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185855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Paso 6 de 8. ¿Ha presentado anteriormente esta misma denuncia ante otra entidad (Fiscalía, Contraloría, otra)?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[ Sí ]   [ No ]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Si responde Sí, el bot pregunta: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"Indique brevemente ante qué entidad presentó la denuncia previa y, si lo recuerda, cuándo lo hizo."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Validación: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577840"/>
            <a:ext cx="100885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Botones Sí/No. Si Sí: texto libre.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Pregunta 7: Evidencias  (opcional)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El bot envía al ciudadano: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91440" cy="3931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185855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820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Paso 7 de 8. Si dispone de evidencias, envíelas ahora.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•  Formatos aceptados: PDF, JPG, PNG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•  Tamaño máximo por archivo: 10 MB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•  Cantidad máxima: 5 archivos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Envíe los archivos uno por uno. Cuando termine, pulse "No tengo más" o escriba "no tengo".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Validación: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577840"/>
            <a:ext cx="1008857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Tipo MIME validado + escaneo antivirus. Nombre original cifrado.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Pregunta 8: resumen y confirmación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91440" cy="43891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185855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820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Paso 8 de 8 — Resumen de su denuncia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Institución: Ministerio de Salud Pública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Descripción: [texto resumido…]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Fecha aproximada: 15/03/2025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Personas involucradas: Juan Pérez, director administrativo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Perjuicio económico: aprox. 50 000 USD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Denuncia previa: No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Evidencias adjuntas: 2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i="1">
                <a:solidFill>
                  <a:srgbClr val="333333"/>
                </a:solidFill>
                <a:latin typeface="Calibri"/>
              </a:rPr>
              <a:t>Si confirma, registraremos su denuncia y le entregaremos un código de seguimiento. Si desea modificar algún dato, pulse Editar.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B2E5C"/>
                </a:solidFill>
                <a:latin typeface="Calibri"/>
              </a:rPr>
              <a:t>Opciones del ciudadano:   [ Confirmar ]   [ Editar ]   [ Cancelar ]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Cierre: entrega del código de seguimiento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91440" cy="3474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185855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820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i="1">
                <a:solidFill>
                  <a:srgbClr val="333333"/>
                </a:solidFill>
                <a:latin typeface="Calibri"/>
              </a:rPr>
              <a:t>Su denuncia ha sido registrada exitosamente.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i="1">
                <a:solidFill>
                  <a:srgbClr val="333333"/>
                </a:solidFill>
                <a:latin typeface="Calibri"/>
              </a:rPr>
              <a:t>Código de seguimiento:  ALR-2026-MJY3LW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i="1">
                <a:solidFill>
                  <a:srgbClr val="333333"/>
                </a:solidFill>
                <a:latin typeface="Calibri"/>
              </a:rPr>
              <a:t>Conserve este código: le permitirá consultar el estado de su denuncia con la entidad. La información ha sido cifrada y enviada a la unidad correspondiente para su revisión.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i="1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600" i="1">
                <a:solidFill>
                  <a:srgbClr val="333333"/>
                </a:solidFill>
                <a:latin typeface="Calibri"/>
              </a:rPr>
              <a:t>Gracias por colaborar con la integridad pública del Ecuador.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2E5C"/>
                </a:solidFill>
                <a:latin typeface="Calibri"/>
              </a:rPr>
              <a:t>Consulta pública del estado de la denuncia: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E5A96"/>
                </a:solidFill>
                <a:latin typeface="Consolas"/>
              </a:rPr>
              <a:t>https://denuncia.secretaria.gob.ec/alerta/ALR-2026-MJY3LW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¿Qué pasa después de la confirmación?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La denuncia queda cifrada en la base de datos institucional.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Se genera un código público único (alfabeto sin caracteres ambiguos).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Se registra el evento en la bitácora inmutable.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Se envía un correo automático al buzón integridad@secretaria.gob.ec con el detalle para revisión humana.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 El ciudadano recibe su código por WhatsApp antes de 5 segundos desde la confirmación.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Panel administrativo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Panel web minimalista para el equipo de la Secretaría: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20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Listado de todas las denuncias recibidas, con paginación.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Filtros por estado: REGISTRADA, EN_REVISION, TRAMITADA, DESCARTADA.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Detalle de cada denuncia con datos descifrados al vuelo.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Cambio de estado auditado — cada cambio queda en la bitácora con la identidad del operador.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Exportación de la bitácora completa con firma criptográfica, para fines legales.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03520"/>
            <a:ext cx="91440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5303520"/>
            <a:ext cx="11185855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500" i="1">
                <a:solidFill>
                  <a:srgbClr val="333333"/>
                </a:solidFill>
                <a:latin typeface="Calibri"/>
              </a:rPr>
              <a:t>Acceso protegido por token compartido. La sesión expira automáticamente tras 8 horas.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Mecanismos de protección al ciudadano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Situación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Respuesta del bot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Ciudadano escribe 'cancelar'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Aborta el flujo sin guardar 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4 minutos sin responder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Aviso de inactividad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5 minutos sin responder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Cierre automático; sesión descartada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Respuesta inválida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3 reintentos con orientación, luego cierre limpio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Archivo malicioso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Antivirus rechaza; ciudadano sigue el flujo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Saludo repetido tras pausa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Retoma la conversación donde quedó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Estado actual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Construido y validado a mayo de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Flujo completo de las 8 preguntas (12 estados internos).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Cifrado de campos sensibles y hash de teléfono con sal secreta.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Bitácora inmutable a nivel de base de datos.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Webhook con validación criptográfica de cada mensaje entrante de Meta.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Panel administrativo web funcional.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Endpoint público de consulta por código de seguimiento.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Notificación automática por correo institucional.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Respaldos automatizados de la base de datos.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Pruebas automatizadas: 171 pruebas unitarias en verde.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Manual de operación documentado.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Lo que falta para producción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Requisito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Casilla institucional denunciabot@sercop.gob.ec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IT SERCOP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Solicitada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Servidor RHEL con Python 3.11 y Redis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IT SERCOP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Solicitada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Subdominio público + certificado TLS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Seguridad SERCOP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Solicitada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Número de WhatsApp Business certificado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Meta + Secretaría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Por gestionar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Capacitación al equipo de revisión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Secretaría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Por agendar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Procedimiento interno de revisión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Secretaría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Por definir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Cronograma estimado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E5A96"/>
                </a:solidFill>
                <a:latin typeface="Calibri"/>
              </a:rPr>
              <a:t>Ajustable según tiempos institucionales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Semana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Hito</a:t>
                      </a:r>
                    </a:p>
                  </a:txBody>
                  <a:tcPr>
                    <a:solidFill>
                      <a:srgbClr val="0B2E5C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IT entrega infraestructura 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Despliegue en servidor institucional + pruebas internas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Certificación del número de WhatsApp con 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Capacitación al equipo de la Secretaría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Marcha blanca con casos controlados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Lanzamiento público con la Secretaría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DenunciaBot — Secretaría General de Integridad Pública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565392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DenunciaBot está técnicamente listo.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Calibri"/>
              </a:rPr>
              <a:t>Lo que sigue es gestión institucional:
infraestructura, número de WhatsApp y procedimiento interno de revisión.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Jonathan Mauricio Ruiz Sánchez
Analista de Operaciones de Innovación Tecnológica 2 — SERCOP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